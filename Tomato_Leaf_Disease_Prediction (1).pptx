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80" r:id="rId8"/>
    <p:sldId id="281" r:id="rId9"/>
    <p:sldId id="261" r:id="rId10"/>
    <p:sldId id="28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BDDB-85E7-4670-85AE-A10D6B77BCE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6FCF-0030-4501-9F0C-7A4B2134D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022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BDDB-85E7-4670-85AE-A10D6B77BCE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6FCF-0030-4501-9F0C-7A4B2134D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3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BDDB-85E7-4670-85AE-A10D6B77BCE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6FCF-0030-4501-9F0C-7A4B2134D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070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BDDB-85E7-4670-85AE-A10D6B77BCE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6FCF-0030-4501-9F0C-7A4B2134D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04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BDDB-85E7-4670-85AE-A10D6B77BCE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6FCF-0030-4501-9F0C-7A4B2134D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171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BDDB-85E7-4670-85AE-A10D6B77BCE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6FCF-0030-4501-9F0C-7A4B2134D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32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BDDB-85E7-4670-85AE-A10D6B77BCE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6FCF-0030-4501-9F0C-7A4B2134D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87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BDDB-85E7-4670-85AE-A10D6B77BCE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6FCF-0030-4501-9F0C-7A4B2134D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370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BDDB-85E7-4670-85AE-A10D6B77BCE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6FCF-0030-4501-9F0C-7A4B2134D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25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BDDB-85E7-4670-85AE-A10D6B77BCE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6FCF-0030-4501-9F0C-7A4B2134D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077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BDDB-85E7-4670-85AE-A10D6B77BCE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6FCF-0030-4501-9F0C-7A4B2134D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24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CBDBDDB-85E7-4670-85AE-A10D6B77BCE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F766FCF-0030-4501-9F0C-7A4B2134D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92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DDBA-7BEF-C72E-0A19-965641763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583" y="1838632"/>
            <a:ext cx="8516604" cy="3844414"/>
          </a:xfrm>
        </p:spPr>
        <p:txBody>
          <a:bodyPr>
            <a:noAutofit/>
          </a:bodyPr>
          <a:lstStyle/>
          <a:p>
            <a:r>
              <a:rPr lang="en-IN" sz="8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Tomato Leaf Disease Prediction </a:t>
            </a: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Deep Learning and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A78FE-7A1B-E1DF-0932-6A1F5CD0A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0310" y="4329626"/>
            <a:ext cx="2753033" cy="165576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Aalisha Ilahi Patwekar [24047] </a:t>
            </a:r>
          </a:p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Prof.S.B.Thorat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666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2323-D7DC-A79B-59D8-34F4909C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D3D3F-C562-9ED1-FCCB-4530DF5D2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2070" y="786581"/>
            <a:ext cx="8187813" cy="5299587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Tomato Leaf Disease Prediction using Deep Learning &amp; </a:t>
            </a:r>
            <a:r>
              <a:rPr lang="en-I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CNN-based model to classify tomato leaf diseases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Collected,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augmented dataset for better generalization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&amp; fine-tuned model using TensorFlow/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dropout &amp; callbacks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performance using accuracy, precision, recall, F1-score &amp; confusion matrix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Deployed model with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disease prediction from uploaded images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end-to-end experience: data → model → evaluation → deployment</a:t>
            </a:r>
          </a:p>
        </p:txBody>
      </p:sp>
    </p:spTree>
    <p:extLst>
      <p:ext uri="{BB962C8B-B14F-4D97-AF65-F5344CB8AC3E}">
        <p14:creationId xmlns:p14="http://schemas.microsoft.com/office/powerpoint/2010/main" val="1609688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209B5-F31F-BA76-DEE7-5400A6757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and Rationale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0EAF1E-6EEC-9919-A41B-3C091D4CB5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28104" y="792938"/>
            <a:ext cx="805261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Bridged theory and practice through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Tomato Leaf Disease Prediction using CNN &amp; </a:t>
            </a:r>
            <a:r>
              <a:rPr kumimoji="0" lang="en-US" altLang="en-US" sz="2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academic concepts (CNNs, training, evaluation, preprocessing).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skills in Python, TensorFlow,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end-to-end AI pipeline: data prep → model training/fine-tuning → evaluation →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impact: scalable disease detection, supports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agritech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improves farming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 shaped career focus and enhanced both technical &amp; professional skills.</a:t>
            </a:r>
          </a:p>
        </p:txBody>
      </p:sp>
    </p:spTree>
    <p:extLst>
      <p:ext uri="{BB962C8B-B14F-4D97-AF65-F5344CB8AC3E}">
        <p14:creationId xmlns:p14="http://schemas.microsoft.com/office/powerpoint/2010/main" val="3596807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691D-2838-9AB0-EAB4-088C607E1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51202"/>
            <a:ext cx="3513221" cy="128089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44E19-78ED-179A-537B-000584C31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716" y="1602659"/>
            <a:ext cx="2550927" cy="43282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collection </a:t>
            </a:r>
          </a:p>
          <a:p>
            <a:pPr marL="0" indent="0" algn="ctr">
              <a:buNone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Training </a:t>
            </a:r>
          </a:p>
          <a:p>
            <a:pPr marL="0" indent="0" algn="ctr">
              <a:buNone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</a:p>
          <a:p>
            <a:pPr marL="0" indent="0" algn="ctr">
              <a:buNone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Evaluation</a:t>
            </a:r>
          </a:p>
          <a:p>
            <a:pPr algn="ctr"/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AA3508-BA80-6757-1850-B5394D75F845}"/>
              </a:ext>
            </a:extLst>
          </p:cNvPr>
          <p:cNvSpPr/>
          <p:nvPr/>
        </p:nvSpPr>
        <p:spPr>
          <a:xfrm>
            <a:off x="4889362" y="1487665"/>
            <a:ext cx="2671644" cy="648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31B97-49A7-007D-64F2-C21B8D21D997}"/>
              </a:ext>
            </a:extLst>
          </p:cNvPr>
          <p:cNvSpPr/>
          <p:nvPr/>
        </p:nvSpPr>
        <p:spPr>
          <a:xfrm>
            <a:off x="4889362" y="2589358"/>
            <a:ext cx="2671644" cy="6962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46C480-4E0E-8D08-379B-D862DB7FE5F3}"/>
              </a:ext>
            </a:extLst>
          </p:cNvPr>
          <p:cNvSpPr/>
          <p:nvPr/>
        </p:nvSpPr>
        <p:spPr>
          <a:xfrm>
            <a:off x="4889363" y="3756159"/>
            <a:ext cx="2671644" cy="648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38C65-2027-56BD-3DC9-98733B781A47}"/>
              </a:ext>
            </a:extLst>
          </p:cNvPr>
          <p:cNvSpPr/>
          <p:nvPr/>
        </p:nvSpPr>
        <p:spPr>
          <a:xfrm>
            <a:off x="4889362" y="4905201"/>
            <a:ext cx="2671645" cy="648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5F75A3-E876-5539-823F-3EA856201F2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225184" y="2136594"/>
            <a:ext cx="0" cy="443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E2A41E-BEEA-5C22-260E-3221C44C7EC3}"/>
              </a:ext>
            </a:extLst>
          </p:cNvPr>
          <p:cNvCxnSpPr>
            <a:stCxn id="6" idx="2"/>
          </p:cNvCxnSpPr>
          <p:nvPr/>
        </p:nvCxnSpPr>
        <p:spPr>
          <a:xfrm>
            <a:off x="6225184" y="3285635"/>
            <a:ext cx="0" cy="470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330893-AE85-D748-F746-60BD780C848F}"/>
              </a:ext>
            </a:extLst>
          </p:cNvPr>
          <p:cNvCxnSpPr>
            <a:stCxn id="7" idx="2"/>
          </p:cNvCxnSpPr>
          <p:nvPr/>
        </p:nvCxnSpPr>
        <p:spPr>
          <a:xfrm flipH="1">
            <a:off x="6225184" y="4405087"/>
            <a:ext cx="1" cy="50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16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9624-139A-DC73-BF09-160274BE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Work Details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6145E-DE6D-8223-3F22-6E8068D34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607" y="1123837"/>
            <a:ext cx="8131276" cy="512064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Tomato Leaf Disease Prediction using CNN &amp; </a:t>
            </a:r>
            <a:r>
              <a:rPr lang="en-IN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deep learning model to classify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10+ tomato leaf diseases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(augmentation, normalization, train/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split)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&amp; trained CNN with TensorFlow/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optimized with callbacks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 using accuracy, F1-score, and confusion matrix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Deployed interactive </a:t>
            </a:r>
            <a:r>
              <a:rPr lang="en-I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app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predictions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Documented workflow in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Notebook &amp; presented results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Hands-on experience across the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pipeline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from data prep to deployment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33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385DE-60C6-D68A-5967-7ED841F1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63B203-0820-05BC-7AA3-C7A4EB13AF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98605" y="736091"/>
            <a:ext cx="815094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 Knowledge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Strengthened ML/DL concepts, CNNs, transfer learning, and fine-tuning through real-world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Hands-on with TensorFlow/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hyperparameter tuning, optimization, and deployment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/Flask/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Improved dataset management, preprocessing, augmentation, and model evaluation with confusion matrices.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Enhanced documentation, clean coding, presentations, and visualization of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Career Readiness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Gained confidence in end-to-end ML pipelines, industry workflows, and applying AI in agriculture.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 Growth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Developed problem-solving, persistence, time management, and adaptability.</a:t>
            </a:r>
          </a:p>
        </p:txBody>
      </p:sp>
    </p:spTree>
    <p:extLst>
      <p:ext uri="{BB962C8B-B14F-4D97-AF65-F5344CB8AC3E}">
        <p14:creationId xmlns:p14="http://schemas.microsoft.com/office/powerpoint/2010/main" val="1516032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66798-CB5A-30A1-1CDB-7B89B0458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75" y="2788555"/>
            <a:ext cx="2709554" cy="128089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on </a:t>
            </a:r>
            <a:br>
              <a:rPr lang="en-IN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Laptop: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05AEDF-0976-7149-E7B5-59838DBCB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014"/>
          <a:stretch>
            <a:fillRect/>
          </a:stretch>
        </p:blipFill>
        <p:spPr>
          <a:xfrm>
            <a:off x="3618118" y="693652"/>
            <a:ext cx="8103207" cy="5364247"/>
          </a:xfrm>
        </p:spPr>
      </p:pic>
    </p:spTree>
    <p:extLst>
      <p:ext uri="{BB962C8B-B14F-4D97-AF65-F5344CB8AC3E}">
        <p14:creationId xmlns:p14="http://schemas.microsoft.com/office/powerpoint/2010/main" val="3676421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8F7E-A6EE-6962-7A27-D17A0207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727" y="2788555"/>
            <a:ext cx="2607774" cy="12808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on Mobile: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8F9BF3-AAD7-0C47-FF93-E11F8DF9F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093"/>
          <a:stretch>
            <a:fillRect/>
          </a:stretch>
        </p:blipFill>
        <p:spPr>
          <a:xfrm>
            <a:off x="3609475" y="745134"/>
            <a:ext cx="3561346" cy="5329905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E1787D-EF63-28E8-3000-A19E61A2BD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71"/>
          <a:stretch>
            <a:fillRect/>
          </a:stretch>
        </p:blipFill>
        <p:spPr>
          <a:xfrm>
            <a:off x="7656693" y="764047"/>
            <a:ext cx="3464134" cy="532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715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D7F6-AC9C-D776-5646-2342601CE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314F0A-7BFA-339D-D016-FBBB0F754C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18270" y="1162270"/>
            <a:ext cx="801329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Developed an automated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tomato leaf disease prediction system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CNNs.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Achieved high performance (accuracy, precision, recall, F1-score, confusion matrix).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Gradio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deployment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enabled real-time, user-friendly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Demonstrated the role of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 in agriculture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early disease detection and improved crop management.</a:t>
            </a:r>
          </a:p>
        </p:txBody>
      </p:sp>
    </p:spTree>
    <p:extLst>
      <p:ext uri="{BB962C8B-B14F-4D97-AF65-F5344CB8AC3E}">
        <p14:creationId xmlns:p14="http://schemas.microsoft.com/office/powerpoint/2010/main" val="335461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076CE-B8F9-9BE4-7F1A-5D3F2F461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8533-B29B-97C5-FAFA-A49F6643C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412" y="2521666"/>
            <a:ext cx="7315200" cy="1814668"/>
          </a:xfrm>
        </p:spPr>
        <p:txBody>
          <a:bodyPr>
            <a:noAutofit/>
          </a:bodyPr>
          <a:lstStyle/>
          <a:p>
            <a:pPr algn="ctr"/>
            <a:r>
              <a:rPr lang="en-IN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You..</a:t>
            </a:r>
          </a:p>
        </p:txBody>
      </p:sp>
    </p:spTree>
    <p:extLst>
      <p:ext uri="{BB962C8B-B14F-4D97-AF65-F5344CB8AC3E}">
        <p14:creationId xmlns:p14="http://schemas.microsoft.com/office/powerpoint/2010/main" val="284436935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29</TotalTime>
  <Words>459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Corbel</vt:lpstr>
      <vt:lpstr>Times New Roman</vt:lpstr>
      <vt:lpstr>Wingdings 2</vt:lpstr>
      <vt:lpstr>Frame</vt:lpstr>
      <vt:lpstr>Tomato Leaf Disease Prediction  Using Deep Learning and Gradio </vt:lpstr>
      <vt:lpstr>Introduction </vt:lpstr>
      <vt:lpstr>Significance and Rationale </vt:lpstr>
      <vt:lpstr>Implementation</vt:lpstr>
      <vt:lpstr>Internship Work Details </vt:lpstr>
      <vt:lpstr>Learning Outcomes </vt:lpstr>
      <vt:lpstr>Interface on  Laptop:</vt:lpstr>
      <vt:lpstr>Interface on Mobile:</vt:lpstr>
      <vt:lpstr>Conclusion </vt:lpstr>
      <vt:lpstr>Thank You..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Aalisha Patwekar</dc:creator>
  <cp:lastModifiedBy>Aalisha Patwekar</cp:lastModifiedBy>
  <cp:revision>4</cp:revision>
  <dcterms:created xsi:type="dcterms:W3CDTF">2025-08-23T08:34:39Z</dcterms:created>
  <dcterms:modified xsi:type="dcterms:W3CDTF">2025-08-23T15:45:17Z</dcterms:modified>
</cp:coreProperties>
</file>